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081627"/>
          </a:solidFill>
          <a:ln/>
        </p:spPr>
      </p:sp>
      <p:sp>
        <p:nvSpPr>
          <p:cNvPr id="3" name="Text 1"/>
          <p:cNvSpPr/>
          <p:nvPr/>
        </p:nvSpPr>
        <p:spPr>
          <a:xfrm>
            <a:off x="761695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GASTOS COMUNES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2376" y="1536192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Mirador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61695" y="2697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 · Arquitectura 4+1 · Calidad ISO/IEC 25010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1695" y="3429000"/>
            <a:ext cx="1965960" cy="4206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61695" y="342900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8823" y="3429000"/>
            <a:ext cx="96012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2928823" y="342900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90111" y="342900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4090111" y="34290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25010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1695" y="5806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Guerra · Felipe Hernández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RQY1102 Ingeniería de Software · Examen Transversal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0" y="5897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6092"/>
          </a:xfrm>
          <a:prstGeom prst="rect">
            <a:avLst/>
          </a:prstGeom>
          <a:solidFill>
            <a:srgbClr val="0B1F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6092"/>
            <a:ext cx="4317797" cy="5074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04495" y="17373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"EL MIRADOR"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RQY1102 · Ingeniería de Software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8041" y="96926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Integrantes, roles y organización del trabajo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61970" y="1901952"/>
            <a:ext cx="3428939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970" y="1901952"/>
            <a:ext cx="3428939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990570" y="2103120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Guerra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0570" y="2468880"/>
            <a:ext cx="2971739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 integración del prototipo.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React/Vite.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y repositorio.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evidencias de pruebas.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1378" y="1901952"/>
            <a:ext cx="3428939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1378" y="1901952"/>
            <a:ext cx="3428939" cy="685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609978" y="2103120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Hernández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9978" y="2468880"/>
            <a:ext cx="2971739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RF/RNF y planilla v8.0.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y casos de prueba.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y commits.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en presentación y DAS.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00787" y="1901952"/>
            <a:ext cx="3428939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00787" y="1901952"/>
            <a:ext cx="3428939" cy="685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387" y="2103120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colaborativo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387" y="2468880"/>
            <a:ext cx="2971739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por versiones v1.0 a v8.0 (16 revisiones).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en GitHub con commits descriptivos.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numerados según rúbrica.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conjunta del DAS y del prototipo.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1970" y="507492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la exposición: demostrar que el prototipo, la arquitectura, las pruebas y el control de versiones cumplen los indicadores del examen transversal.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6092"/>
          </a:xfrm>
          <a:prstGeom prst="rect">
            <a:avLst/>
          </a:prstGeom>
          <a:solidFill>
            <a:srgbClr val="0B1F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6092"/>
            <a:ext cx="4317797" cy="5074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04495" y="17373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"EL MIRADOR"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RQY1102 · Ingeniería de Software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8041" y="96926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del edificio y solución propuesta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61970" y="1901952"/>
            <a:ext cx="5238643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970" y="1901952"/>
            <a:ext cx="5238643" cy="685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990570" y="2103120"/>
            <a:ext cx="47814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/ necesidad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0570" y="2468880"/>
            <a:ext cx="4781443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y registros manuales para 160 departamentos.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detectar morosidad a tiempo.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transparencia financiera para residentes.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Reclamos y comunicaciones dispersas.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digital de pagos y recibos.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1082" y="1901952"/>
            <a:ext cx="5238643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1082" y="1901952"/>
            <a:ext cx="5238643" cy="685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682" y="2103120"/>
            <a:ext cx="47814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de software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19682" y="2468880"/>
            <a:ext cx="4781443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administración y residentes.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gastos, pagos, recibos y deudas.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reclamos, avisos y mensajería.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financieros y dashboard ejecutivo.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especial por código para arrendatarios.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39816" y="3154680"/>
            <a:ext cx="512064" cy="402336"/>
          </a:xfrm>
          <a:prstGeom prst="rightArrow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6092"/>
          </a:xfrm>
          <a:prstGeom prst="rect">
            <a:avLst/>
          </a:prstGeom>
          <a:solidFill>
            <a:srgbClr val="0B1F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6092"/>
            <a:ext cx="4317797" cy="5074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04495" y="17373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"EL MIRADOR"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RQY1102 · Ingeniería de Software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8041" y="96926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software aplicado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61970" y="1901952"/>
            <a:ext cx="1981176" cy="2907792"/>
          </a:xfrm>
          <a:prstGeom prst="roundRect">
            <a:avLst>
              <a:gd name="adj" fmla="val 4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970" y="1901952"/>
            <a:ext cx="1981176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990570" y="2103120"/>
            <a:ext cx="152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Análisis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0570" y="2468880"/>
            <a:ext cx="152397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Problema, actores, RF/RNF y alcance.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33615" y="1901952"/>
            <a:ext cx="1981176" cy="2907792"/>
          </a:xfrm>
          <a:prstGeom prst="roundRect">
            <a:avLst>
              <a:gd name="adj" fmla="val 4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33615" y="1901952"/>
            <a:ext cx="1981176" cy="685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162215" y="2103120"/>
            <a:ext cx="152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Diseño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62215" y="2468880"/>
            <a:ext cx="152397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2.6, arquitectura 4+1 y prototipo.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05260" y="1901952"/>
            <a:ext cx="1981176" cy="2907792"/>
          </a:xfrm>
          <a:prstGeom prst="roundRect">
            <a:avLst>
              <a:gd name="adj" fmla="val 4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05260" y="1901952"/>
            <a:ext cx="1981176" cy="685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5333860" y="2103120"/>
            <a:ext cx="152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Desarrollo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33860" y="2468880"/>
            <a:ext cx="152397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React/Vite por módulos.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76905" y="1901952"/>
            <a:ext cx="1981176" cy="2907792"/>
          </a:xfrm>
          <a:prstGeom prst="roundRect">
            <a:avLst>
              <a:gd name="adj" fmla="val 4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76905" y="1901952"/>
            <a:ext cx="1981176" cy="685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505505" y="2103120"/>
            <a:ext cx="152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05505" y="2468880"/>
            <a:ext cx="152397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ISO 25000, 28 casos y evidencias.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48550" y="1901952"/>
            <a:ext cx="1981176" cy="2907792"/>
          </a:xfrm>
          <a:prstGeom prst="roundRect">
            <a:avLst>
              <a:gd name="adj" fmla="val 4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48550" y="1901952"/>
            <a:ext cx="1981176" cy="685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9677150" y="2103120"/>
            <a:ext cx="152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Entrega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77150" y="2468880"/>
            <a:ext cx="152397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documentos y presentación final.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1970" y="507492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y enfoques: ISO/IEC 25010, modelo 4+1, MVC, patrón Repositorio y control de versiones con Git.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6092"/>
          </a:xfrm>
          <a:prstGeom prst="rect">
            <a:avLst/>
          </a:prstGeom>
          <a:solidFill>
            <a:srgbClr val="0B1F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6092"/>
            <a:ext cx="4317797" cy="5074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04495" y="17373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"EL MIRADOR"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RQY1102 · Ingeniería de Software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8041" y="96926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Objetivos, alcance y limitaciones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61970" y="1901952"/>
            <a:ext cx="3428939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970" y="1901952"/>
            <a:ext cx="3428939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990570" y="2103120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0570" y="2468880"/>
            <a:ext cx="2971739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la gestión de gastos comunes.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morosidad.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la transparencia financiera.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Facilitar la comunicación administración–residentes.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1378" y="1901952"/>
            <a:ext cx="3428939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1378" y="1901952"/>
            <a:ext cx="3428939" cy="685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609978" y="2103120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prototipo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9978" y="2468880"/>
            <a:ext cx="2971739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 rol (Admin/Propietario/Arrendatario).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Residentes y departamentos (160 unidades).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Gastos, pagos, recibos y morosos.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Reclamos, avisos, mensajes e informes.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00787" y="1901952"/>
            <a:ext cx="3428939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00787" y="1901952"/>
            <a:ext cx="3428939" cy="685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387" y="2103120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387" y="2468880"/>
            <a:ext cx="2971739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simulados (mock), sin backend real.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pasarela de pago ni persistencia real.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Prorrateo de gastos y folio de recibo no automatizados.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recibos demostrativos para evaluación.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6092"/>
          </a:xfrm>
          <a:prstGeom prst="rect">
            <a:avLst/>
          </a:prstGeom>
          <a:solidFill>
            <a:srgbClr val="0B1F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6092"/>
            <a:ext cx="4317797" cy="5074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04495" y="17373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"EL MIRADOR"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RQY1102 · Ingeniería de Software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8041" y="96926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gestión del proyecto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61970" y="1901952"/>
            <a:ext cx="5238643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970" y="1901952"/>
            <a:ext cx="5238643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990570" y="2103120"/>
            <a:ext cx="47814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y control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0570" y="2468880"/>
            <a:ext cx="4781443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Gantt por 3 fases y 18 semanas.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de módulos por prioridad.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numerados según rúbrica.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final de documentos y prototipo.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1082" y="1901952"/>
            <a:ext cx="5238643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1082" y="1901952"/>
            <a:ext cx="5238643" cy="685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682" y="2103120"/>
            <a:ext cx="47814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cambios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19682" y="2468880"/>
            <a:ext cx="4781443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revisiones documentadas, de v1.0 a v8.0.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descriptivos en GitHub.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 mejora registradas por módulo.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Correcciones al prototipo antes de la entrega.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1970" y="507492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carpeta final replica la estructura solicitada: documentos, diagramas, evidencias y prototipo ejecutable.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6092"/>
          </a:xfrm>
          <a:prstGeom prst="rect">
            <a:avLst/>
          </a:prstGeom>
          <a:solidFill>
            <a:srgbClr val="0B1F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6092"/>
            <a:ext cx="4317797" cy="5074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04495" y="17373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"EL MIRADOR"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RQY1102 · Ingeniería de Software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8041" y="96926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del proyecto: EDT + Carta Gantt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8041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 a 18 · 13/03/2026 – 09/07/2026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1970" y="1993392"/>
            <a:ext cx="3428939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1970" y="1993392"/>
            <a:ext cx="3428939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90570" y="2194560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Planificación y Diseño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0570" y="2560320"/>
            <a:ext cx="297173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1–10 (marzo–abril).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requerimientos y alcance.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arquitectura DAS 4+1.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 (clases y componentes).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1378" y="1993392"/>
            <a:ext cx="3428939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1378" y="1993392"/>
            <a:ext cx="3428939" cy="685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609978" y="2194560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Prototipado, Integración y Pruebas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9978" y="2560320"/>
            <a:ext cx="297173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11–15 (mayo–junio).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prototipo (Figma + IA).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ejecución de 28 casos de prueba.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Correcciones y control de versiones.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00787" y="1993392"/>
            <a:ext cx="3428939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00787" y="1993392"/>
            <a:ext cx="3428939" cy="685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387" y="2194560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Verificación Final y Entrega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387" y="2560320"/>
            <a:ext cx="297173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17–18 (junio–julio).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Re-ejecución y cierre de casos pendientes.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DAS y planillas de entrega.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final, commits y subida a GitHub.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1970" y="544068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 asociado: Carta_Gantt_El_Mirador.xlsx  ·  10 actividades / 28 subtareas planificadas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6092"/>
          </a:xfrm>
          <a:prstGeom prst="rect">
            <a:avLst/>
          </a:prstGeom>
          <a:solidFill>
            <a:srgbClr val="0B1F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6092"/>
            <a:ext cx="4317797" cy="5074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04495" y="17373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"EL MIRADOR"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RQY1102 · Ingeniería de Software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8041" y="96926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software: modelo 4+1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61970" y="1901952"/>
            <a:ext cx="3428939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970" y="1901952"/>
            <a:ext cx="3428939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990570" y="2103120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documentadas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0570" y="2468880"/>
            <a:ext cx="2971739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17 casos de uso (CU-001 a CU-017).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Lógica: 12 clases del dominio.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Desarrollo: componentes y paquetes.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Proceso: actividad de pago de gastos comunes.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Física: despliegue en la nube.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1378" y="1901952"/>
            <a:ext cx="3428939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1378" y="1901952"/>
            <a:ext cx="3428939" cy="685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609978" y="2103120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9978" y="2468880"/>
            <a:ext cx="2971739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monolítico por capas (justificado para 160 deptos.).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para separación de responsabilidades.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Repositorio para acceso a datos.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proyectada sobre Spring Boot.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PostgreSQL.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00787" y="1901952"/>
            <a:ext cx="3428939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00787" y="1901952"/>
            <a:ext cx="3428939" cy="685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387" y="2103120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387" y="2468880"/>
            <a:ext cx="2971739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Diagrama 4+1: casos de uso, clases, componentes, actividad, despliegue y paquetes.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completo en DAS_Software_El_Mirador_2.6.docx.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6092"/>
          </a:xfrm>
          <a:prstGeom prst="rect">
            <a:avLst/>
          </a:prstGeom>
          <a:solidFill>
            <a:srgbClr val="0B1F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6092"/>
            <a:ext cx="4317797" cy="5074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04495" y="17373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"EL MIRADOR"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RQY1102 · Ingeniería de Software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8041" y="96926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 y no funcionales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8041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01_Planilla_Requisitos_El_Mirador.xlsx · estado según prototipo v8.0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1970" y="1920240"/>
            <a:ext cx="3428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61970" y="2487168"/>
            <a:ext cx="3428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 (RF)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1378" y="1920240"/>
            <a:ext cx="3428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381378" y="2487168"/>
            <a:ext cx="3428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 funcionales (RNF)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00787" y="1920240"/>
            <a:ext cx="3428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000787" y="2487168"/>
            <a:ext cx="3428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totales evaluados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1970" y="2871216"/>
            <a:ext cx="1066830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1970" y="3291840"/>
            <a:ext cx="4267322" cy="384048"/>
          </a:xfrm>
          <a:prstGeom prst="rect">
            <a:avLst/>
          </a:prstGeom>
          <a:solidFill>
            <a:srgbClr val="22C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91" y="3291840"/>
            <a:ext cx="2560393" cy="384048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685" y="3291840"/>
            <a:ext cx="1706929" cy="384048"/>
          </a:xfrm>
          <a:prstGeom prst="rect">
            <a:avLst/>
          </a:prstGeom>
          <a:solidFill>
            <a:srgbClr val="EF44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96613" y="3291840"/>
            <a:ext cx="2133661" cy="384048"/>
          </a:xfrm>
          <a:prstGeom prst="rect">
            <a:avLst/>
          </a:prstGeom>
          <a:solidFill>
            <a:srgbClr val="94A3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1970" y="3017520"/>
            <a:ext cx="106683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implementación de los 25 requisitos (v8.0)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1970" y="3840480"/>
            <a:ext cx="146304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963138" y="37856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(10)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68010" y="384048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569178" y="37856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(6)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74050" y="3840480"/>
            <a:ext cx="146304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175218" y="37856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implementado (4)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80090" y="3840480"/>
            <a:ext cx="146304" cy="14630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8781258" y="37856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estados* (5)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1970" y="4096512"/>
            <a:ext cx="10668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*Otros estados agrupa: no verificado, no aplicable, no verificable y pendiente (1+1+2+1).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1970" y="4553712"/>
            <a:ext cx="1981176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1970" y="4553712"/>
            <a:ext cx="54864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899130" y="4636008"/>
            <a:ext cx="175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9130" y="4937760"/>
            <a:ext cx="175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RF01–RF03, RF13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933615" y="4553712"/>
            <a:ext cx="1981176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33615" y="4553712"/>
            <a:ext cx="54864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3070775" y="4636008"/>
            <a:ext cx="175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70775" y="4937760"/>
            <a:ext cx="175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RF04, RF09, RF12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105260" y="4553712"/>
            <a:ext cx="1981176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05260" y="4553712"/>
            <a:ext cx="54864" cy="868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9" name="Text 37"/>
          <p:cNvSpPr/>
          <p:nvPr/>
        </p:nvSpPr>
        <p:spPr>
          <a:xfrm>
            <a:off x="5242420" y="4636008"/>
            <a:ext cx="175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42420" y="4937760"/>
            <a:ext cx="175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RF06–RF08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76905" y="4553712"/>
            <a:ext cx="1981176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76905" y="4553712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7414065" y="4636008"/>
            <a:ext cx="175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14065" y="4937760"/>
            <a:ext cx="175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448550" y="4553712"/>
            <a:ext cx="1981176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48550" y="4553712"/>
            <a:ext cx="54864" cy="868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7" name="Text 45"/>
          <p:cNvSpPr/>
          <p:nvPr/>
        </p:nvSpPr>
        <p:spPr>
          <a:xfrm>
            <a:off x="9585710" y="4636008"/>
            <a:ext cx="175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585710" y="4937760"/>
            <a:ext cx="175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RF10, RF11, RF14 + 11 RNF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6092"/>
          </a:xfrm>
          <a:prstGeom prst="rect">
            <a:avLst/>
          </a:prstGeom>
          <a:solidFill>
            <a:srgbClr val="0B1F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6092"/>
            <a:ext cx="4317797" cy="5074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04495" y="17373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"EL MIRADOR"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RQY1102 · Ingeniería de Software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8041" y="96926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calidad: ISO/IEC 25010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61970" y="1874520"/>
            <a:ext cx="3428939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970" y="1874520"/>
            <a:ext cx="3428939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990570" y="2075688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0570" y="2441448"/>
            <a:ext cx="297173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casos de uso (CU-001 a CU-017) cubiertos por el prototipo.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1378" y="1874520"/>
            <a:ext cx="3428939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1378" y="1874520"/>
            <a:ext cx="3428939" cy="685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609978" y="2075688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09978" y="2441448"/>
            <a:ext cx="297173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por roles; objetivo heurística Nielsen ≥ 7/10.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00787" y="1874520"/>
            <a:ext cx="3428939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00787" y="1874520"/>
            <a:ext cx="3428939" cy="685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387" y="2075688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387" y="2441448"/>
            <a:ext cx="297173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&lt; 2 s con hasta 160 usuarios concurrentes.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1970" y="3264408"/>
            <a:ext cx="3428939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1970" y="3264408"/>
            <a:ext cx="3428939" cy="685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990570" y="3465576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90570" y="3831336"/>
            <a:ext cx="297173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rol y código único; HTTPS/AES-256 como objetivo productivo.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1378" y="3264408"/>
            <a:ext cx="3428939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1378" y="3264408"/>
            <a:ext cx="3428939" cy="685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4609978" y="3465576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09978" y="3831336"/>
            <a:ext cx="297173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modular (MVC + Repositorio); meta de deuda técnica &lt; 5%.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00787" y="3264408"/>
            <a:ext cx="3428939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00787" y="3264408"/>
            <a:ext cx="3428939" cy="685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387" y="3465576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387" y="3831336"/>
            <a:ext cx="297173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con Tailwind; objetivo Chrome, Firefox, Safari y Edge.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1970" y="544068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evaluación se documenta en el Plan de Pruebas y en la Planilla de Casos de Prueba con Evidencias (28 casos, v8.0).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6092"/>
          </a:xfrm>
          <a:prstGeom prst="rect">
            <a:avLst/>
          </a:prstGeom>
          <a:solidFill>
            <a:srgbClr val="0B1F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6092"/>
            <a:ext cx="4317797" cy="5074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04495" y="17373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"EL MIRADOR"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RQY1102 · Ingeniería de Software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8041" y="96926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del prototipo de alta fidelidad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8041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a mostrar en vivo: login, dashboard administrador, registro de residentes, pagos, recibos y vista de propietario/arrendatario.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1970" y="2148840"/>
            <a:ext cx="3428939" cy="2834640"/>
          </a:xfrm>
          <a:prstGeom prst="roundRect">
            <a:avLst>
              <a:gd name="adj" fmla="val 225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F172A">
                <a:alpha val="25000"/>
              </a:srgbClr>
            </a:outerShdw>
          </a:effectLst>
        </p:spPr>
      </p:sp>
      <p:pic>
        <p:nvPicPr>
          <p:cNvPr id="9" name="Image 0" descr="media/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3410" y="2240280"/>
            <a:ext cx="3246059" cy="2331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1970" y="4599432"/>
            <a:ext cx="34289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 rol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1378" y="2148840"/>
            <a:ext cx="3428939" cy="2834640"/>
          </a:xfrm>
          <a:prstGeom prst="roundRect">
            <a:avLst>
              <a:gd name="adj" fmla="val 225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F172A">
                <a:alpha val="25000"/>
              </a:srgbClr>
            </a:outerShdw>
          </a:effectLst>
        </p:spPr>
      </p:sp>
      <p:pic>
        <p:nvPicPr>
          <p:cNvPr id="12" name="Image 1" descr="media/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72818" y="2240280"/>
            <a:ext cx="3246059" cy="23317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1378" y="4599432"/>
            <a:ext cx="34289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00787" y="2148840"/>
            <a:ext cx="3428939" cy="2834640"/>
          </a:xfrm>
          <a:prstGeom prst="roundRect">
            <a:avLst>
              <a:gd name="adj" fmla="val 225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F172A">
                <a:alpha val="25000"/>
              </a:srgbClr>
            </a:outerShdw>
          </a:effectLst>
        </p:spPr>
      </p:sp>
      <p:pic>
        <p:nvPicPr>
          <p:cNvPr id="15" name="Image 2" descr="media/registr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227" y="2240280"/>
            <a:ext cx="3246059" cy="23317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00787" y="4599432"/>
            <a:ext cx="34289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residente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61970" y="5166360"/>
            <a:ext cx="106683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Ejecución: cd Prototipo · npm run dev · http://localhost:5173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6092"/>
          </a:xfrm>
          <a:prstGeom prst="rect">
            <a:avLst/>
          </a:prstGeom>
          <a:solidFill>
            <a:srgbClr val="0B1F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6092"/>
            <a:ext cx="4317797" cy="5074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04495" y="17373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"EL MIRADOR"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RQY1102 · Ingeniería de Software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8041" y="96926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y casos de prueba (ISO 25000)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8041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 sobre el prototipo v8.0 · 07/07/2026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1970" y="1874520"/>
            <a:ext cx="25240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61970" y="2441448"/>
            <a:ext cx="2524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ejecutados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6526" y="1874520"/>
            <a:ext cx="25240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76526" y="2441448"/>
            <a:ext cx="2524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91082" y="1874520"/>
            <a:ext cx="25240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91082" y="2441448"/>
            <a:ext cx="2524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Fallidos (con hallazgo)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05639" y="1874520"/>
            <a:ext cx="25240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905639" y="2441448"/>
            <a:ext cx="2524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 / pendiente / N-A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1970" y="2880360"/>
            <a:ext cx="1066830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1970" y="3063240"/>
            <a:ext cx="3428939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61970" y="3063240"/>
            <a:ext cx="3428939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990570" y="3264408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0570" y="3630168"/>
            <a:ext cx="29717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02_Plan_Pruebas_El_Mirador.xlsx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Alcance, criterios, tipos de prueba y relación con ISO 25000.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tipos: funcionales, control de acceso, usabilidad, portabilidad y regresión.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1378" y="3063240"/>
            <a:ext cx="3428939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1378" y="3063240"/>
            <a:ext cx="3428939" cy="685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4609978" y="3264408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+ evidencias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09978" y="3630168"/>
            <a:ext cx="29717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03_Casos_Prueba_Evidencias_El_Mirador.xlsx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casos (CP-001 a CP-028) con pasos, resultado esperado/obtenido, estado y observación.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00787" y="3063240"/>
            <a:ext cx="3428939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00787" y="3063240"/>
            <a:ext cx="3428939" cy="685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387" y="3264408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387" y="3630168"/>
            <a:ext cx="29717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roles, residentes, departamentos, gastos, pagos, recibos, morosos, reclamos, informes, mensajería.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casos fallidos ya documentados como mejoras futuras (prorrateo, folio de recibo, contraseña).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6092"/>
          </a:xfrm>
          <a:prstGeom prst="rect">
            <a:avLst/>
          </a:prstGeom>
          <a:solidFill>
            <a:srgbClr val="0B1F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6092"/>
            <a:ext cx="4317797" cy="5074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04495" y="17373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"EL MIRADOR"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RQY1102 · Ingeniería de Software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8041" y="96926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 mejora y control de versiones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8041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04_Control_Versiones_El_Mirador.xlsx · 16 revisiones registradas, de v1.0 a v8.0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1970" y="1965960"/>
            <a:ext cx="6400800" cy="347472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1970" y="1965960"/>
            <a:ext cx="64008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1488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principales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2532888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v1.0–v1.1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532888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por rol y código único de arrendatario.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87552" y="2871216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v2.0–v2.1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2871216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Residentes y Departamentos (8 unidades demo).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" y="3209544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v3.0–v3.1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3209544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gastos comunes del edificio.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87552" y="3547872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v4.0–v4.1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3547872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pagos y generación de recibos.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87552" y="3886200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v5.0–v5.1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3886200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morosos e informes financieros.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7552" y="4224528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v6.0–v6.1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4224528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Reclamos y dashboard del propietario.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" y="4562856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v7.0–v7.2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4562856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arrendatario, mensajería, avisos y configuración.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87552" y="4901184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v8.0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4901184"/>
            <a:ext cx="5029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final integrado y verificado — listo para evaluación.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53239" y="1965960"/>
            <a:ext cx="4076487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53239" y="1965960"/>
            <a:ext cx="4076487" cy="685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7581839" y="2167128"/>
            <a:ext cx="3619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aplicadas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81839" y="2532888"/>
            <a:ext cx="36192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residentes/departamentos.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visual oscuro y mensajería.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corregidos y re-ejecutados.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53239" y="3749040"/>
            <a:ext cx="4076487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53239" y="3749040"/>
            <a:ext cx="4076487" cy="685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7581839" y="3950208"/>
            <a:ext cx="3619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81839" y="4315968"/>
            <a:ext cx="36192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descriptivos por entregable.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final: documentos, diagramas, capturas, planillas y prototipo.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6092"/>
          </a:xfrm>
          <a:prstGeom prst="rect">
            <a:avLst/>
          </a:prstGeom>
          <a:solidFill>
            <a:srgbClr val="0B1F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6092"/>
            <a:ext cx="4317797" cy="5074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04495" y="17373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"EL MIRADOR"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82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RQY1102 · Ingeniería de Software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8041" y="96926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preguntas de la comisión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188720" y="1691640"/>
            <a:ext cx="9811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Mirador integra arquitectura, prototipo funcional, gestión del proyecto, calidad, 28 pruebas ejecutadas y 16 revisiones de control de versiones en una entrega trazable.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1970" y="2880360"/>
            <a:ext cx="3428939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1970" y="2880360"/>
            <a:ext cx="3428939" cy="685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990570" y="3081528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edificio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0570" y="3447288"/>
            <a:ext cx="29717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gestión manual, mejor control de morosidad y mayor transparencia.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1378" y="2880360"/>
            <a:ext cx="3428939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1378" y="2880360"/>
            <a:ext cx="3428939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609978" y="3081528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técnico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9978" y="3447288"/>
            <a:ext cx="29717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4+1, React/Vite, módulos por rol y documentación completa.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00787" y="2880360"/>
            <a:ext cx="3428939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00787" y="2880360"/>
            <a:ext cx="3428939" cy="685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387" y="3081528"/>
            <a:ext cx="29717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387" y="3447288"/>
            <a:ext cx="29717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transversal con DAS 2.6, 28 evidencias de prueba, planillas y prototipo.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0" y="50749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· Preguntas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2026-07-10T02:28:38Z</dcterms:created>
  <dcterms:modified xsi:type="dcterms:W3CDTF">2026-07-10T02:28:38Z</dcterms:modified>
</cp:coreProperties>
</file>